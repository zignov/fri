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141414"/>
                </a:solidFill>
              </a:defRPr>
            </a:pPr>
            <a:r>
              <a:t>AthletiQ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AI-powered multi-sport coach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Training • Nutrition • Recovery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Fully personalized using user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141414"/>
                </a:solidFill>
              </a:defRPr>
            </a:pPr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Generic training plans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Training, nutrition, recovery disconnected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Personal coaches expensive or inaccessible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Data from wearables underused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141414"/>
                </a:solidFill>
              </a:defRPr>
            </a:pPr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One adaptive digital coach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AI-driven personalization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Focus on a clear initial niche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Scales across sports over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141414"/>
                </a:solidFill>
              </a:defRPr>
            </a:pPr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$20B+ global digital fitness market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Growing adoption of AI and wearables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Initial focus: active European athletes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141414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Most apps solve only one part of the problem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Training OR nutrition OR tracking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AthletiQ integrates the full ecosystem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Focus beats feature overload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141414"/>
                </a:solidFill>
              </a:defRPr>
            </a:pPr>
            <a:r>
              <a:t>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For serious recreational athletes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Structure and progress without a personal coach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Train smarter. Recover better.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Professional, long-term mindset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141414"/>
                </a:solidFill>
              </a:defRPr>
            </a:pPr>
            <a:r>
              <a:t>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Organic growth: Instagram, TikTok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Paid acquisition: Meta, Google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Growth loop driven by visible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141414"/>
                </a:solidFill>
              </a:defRPr>
            </a:pPr>
            <a:r>
              <a:t>Product &amp;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Personalized training plans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Basic nutrition guidance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Recovery recommendations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Apple Health &amp; Garmin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141414"/>
                </a:solidFill>
              </a:defRPr>
            </a:pPr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MVP launch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User testing &amp; iteration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Feature expansion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Premium subscription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141414"/>
                </a:solidFill>
              </a:defRPr>
            </a:pPr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Digital coach that learns over time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Elite-level guidance for everyone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Every sport. Every level.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