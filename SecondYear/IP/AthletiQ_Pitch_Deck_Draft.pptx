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34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68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23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8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81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86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15-Dec-25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51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15-Dec-25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28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15-Dec-25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429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0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1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489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4500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975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15-Dec-25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283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15-Dec-25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63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901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06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729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ATHLETIQ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t>AI Trener za vsakega športnika</a:t>
            </a:r>
          </a:p>
          <a:p>
            <a:endParaRPr/>
          </a:p>
          <a:p>
            <a:r>
              <a:t>Trening. Prehrana. Regeneracija. Vse v eni aplikaciji.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IZZIV: Športniki so prepuščeni sami sebi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💸 Drago trenerstvo: Osebni trenerji stanejo 50–100 €/uro.</a:t>
            </a:r>
          </a:p>
          <a:p>
            <a:r>
              <a:t>🚫 Omejenost: Večina trenerjev je specializiranih le za en šport.</a:t>
            </a:r>
          </a:p>
          <a:p>
            <a:r>
              <a:t>📱 Neumne aplikacije: Strava in Nike Run le beležijo, ne svetujejo.</a:t>
            </a:r>
          </a:p>
          <a:p>
            <a:r>
              <a:t>🧩 Fragmentacija: Ločene aplikacije za trening, hrano in regeneracijo.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REŠITEV: Tvoj osebni AI trener 24/7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🧠 Popolna personalizacija: Načrt glede na šport, telo in cilje.</a:t>
            </a:r>
          </a:p>
          <a:p>
            <a:r>
              <a:t>🔄 Adaptivnost: Samodejna prilagoditev ob slabem spanju ali poškodbi.</a:t>
            </a:r>
          </a:p>
          <a:p>
            <a:r>
              <a:t>⌚ Integracija: Povezava z Apple Health, Garmin, Google Fit.</a:t>
            </a:r>
          </a:p>
          <a:p>
            <a:r>
              <a:t>🥗 3-v-1: Trening + Prehrana + Regeneracija na enem mestu.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TRŽNA PRILOŽNOST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🌍 Globalni trg: Fitnes aplikacije = 14 milijard € (Rast 18 % letno).</a:t>
            </a:r>
          </a:p>
          <a:p>
            <a:r>
              <a:t>📈 Trend: AI v športu + nosljive naprave (wearables).</a:t>
            </a:r>
          </a:p>
          <a:p>
            <a:r>
              <a:t>🎯 TAM: 500M+ rekreativnih športnikov globalno.</a:t>
            </a:r>
          </a:p>
          <a:p>
            <a:r>
              <a:t>🎯 SAM: 50M+ resnih amaterjev v EU/ZDA.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GENERATIVNI AI MOTOR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⚙️ Ni 'Hard-coded': Treningi se generirajo sproti, niso skripte.</a:t>
            </a:r>
          </a:p>
          <a:p>
            <a:r>
              <a:t>🧬 Multi-šport: Podpora za nogomet, košarko, tek, fitnes, tenis...</a:t>
            </a:r>
          </a:p>
          <a:p>
            <a:r>
              <a:t>📊 Analiza podatkov: Učenje iz srčnega utripa, tempa in spanja.</a:t>
            </a:r>
          </a:p>
          <a:p>
            <a:r>
              <a:t>📷 AI Vision (Premium): Slikaj obrok za izračun makrohranil.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KAKO SLUŽIMO DENAR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🆓 Freemium: Osnovni treningi + oglasi.</a:t>
            </a:r>
          </a:p>
          <a:p>
            <a:r>
              <a:t>💎 Premium (20 €/mesec): Popolna adaptivnost, AI prehrana, napredna regeneracija.</a:t>
            </a:r>
          </a:p>
          <a:p>
            <a:r>
              <a:t>🤝 B2B Partnerstva: Licenciranje za fitnes verige in klube.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ZAKAJ SMO BOLJŠI?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🐢 Strava / Nike Run: Odlični za sledenje, a ne trenirajo.</a:t>
            </a:r>
          </a:p>
          <a:p>
            <a:r>
              <a:t>🏋️ Freeletics: Super za fitnes, neuporaben za igre z žogo.</a:t>
            </a:r>
          </a:p>
          <a:p>
            <a:r>
              <a:t>🚀 AthletiQ prednost: Pravi coaching, pokriva vse športe, dinamično prilagajanje.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KAKO BOMO RASTLI?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📱 Social Media: 'Treniraj kot Ronaldo' (Viralni AI izzivi).</a:t>
            </a:r>
          </a:p>
          <a:p>
            <a:r>
              <a:t>🗣 Influencer Marketing: Mikro-vplivneži v nišnih športih.</a:t>
            </a:r>
          </a:p>
          <a:p>
            <a:r>
              <a:t>🤝 Partnerstva: Integracija z Garmin/Polar.</a:t>
            </a:r>
          </a:p>
          <a:p>
            <a:r>
              <a:t>🔄 Network Effect: Deljenje napredka in tekmovanja s prijatelji.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FINANČNE PROJEKCIJE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📅 Leto 1: 100k uporabnikov → 720k € ARR (Zagon).</a:t>
            </a:r>
          </a:p>
          <a:p>
            <a:r>
              <a:t>📅 Leto 2: 300k uporabnikov → 2.4M € ARR (Širitev).</a:t>
            </a:r>
          </a:p>
          <a:p>
            <a:r>
              <a:t>📅 Leto 3: 1M uporabnikov → 12M € ARR (Globalna dominanca).</a:t>
            </a:r>
          </a:p>
          <a:p>
            <a:r>
              <a:t>💰 Potencial: Z B2B in oglasi lahko presežemo 15M € ARR.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PRILOŽNOST ZA INVESTICIJO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💶 Iščemo: 750.000 € (Seed runda).</a:t>
            </a:r>
          </a:p>
          <a:p>
            <a:r>
              <a:t>🏗 Uporaba: 40% Razvoj AI, 30% Ekipa, 20% Marketing, 10% Operativa.</a:t>
            </a:r>
          </a:p>
          <a:p>
            <a:r>
              <a:t>🎯 Cilj: Lansiranje v EU in ZDA v 12 mesecih.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VIZIJA PRIHODNOSTI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🌟 Demokratizacija: Vsak športnik si zasluži elitnega trenerja.</a:t>
            </a:r>
          </a:p>
          <a:p>
            <a:r>
              <a:t>🚀 Misija: Dvigniti nivo rekreativnega športa z AI.</a:t>
            </a:r>
          </a:p>
          <a:p>
            <a:r>
              <a:t>❤️ Vpliv: Bolj zdravi, boljši in manj poškodovani športniki.</a:t>
            </a:r>
          </a:p>
          <a:p>
            <a:r>
              <a:t>📞 Kontakt: [Tvoj Email] | [Tvoja Spletna stran]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2</TotalTime>
  <Words>512</Words>
  <Application>Microsoft Office PowerPoint</Application>
  <PresentationFormat>On-screen Show (4:3)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ATHLETIQ</vt:lpstr>
      <vt:lpstr>IZZIV: Športniki so prepuščeni sami sebi</vt:lpstr>
      <vt:lpstr>REŠITEV: Tvoj osebni AI trener 24/7</vt:lpstr>
      <vt:lpstr>TRŽNA PRILOŽNOST</vt:lpstr>
      <vt:lpstr>GENERATIVNI AI MOTOR</vt:lpstr>
      <vt:lpstr>KAKO SLUŽIMO DENAR</vt:lpstr>
      <vt:lpstr>ZAKAJ SMO BOLJŠI?</vt:lpstr>
      <vt:lpstr>KAKO BOMO RASTLI?</vt:lpstr>
      <vt:lpstr>FINANČNE PROJEKCIJE</vt:lpstr>
      <vt:lpstr>PRILOŽNOST ZA INVESTICIJO</vt:lpstr>
      <vt:lpstr>VIZIJA PRIHODNOSTI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Ziga Novak</cp:lastModifiedBy>
  <cp:revision>2</cp:revision>
  <dcterms:created xsi:type="dcterms:W3CDTF">2013-01-27T09:14:16Z</dcterms:created>
  <dcterms:modified xsi:type="dcterms:W3CDTF">2025-12-15T16:53:47Z</dcterms:modified>
  <cp:category/>
</cp:coreProperties>
</file>