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AthletiQ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AI več-športni trener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Trening • Prehrana • Regeneracija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Popolnoma personalizirano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Generični trening programi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Ločeni pristopi: trening, prehrana, regeneracija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Osebni trenerji so dragi ali nedostopni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Veliko podatkov, malo napredka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Rešitev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En digitalni trener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AI prilagajanje posamezniku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Podatki iz pametnih naprav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Jasen začetni fokus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20+ mrd $ globalni trg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Hitra rast digitalnega coachinga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Evropa kot začetni trg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Konkurenca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Večina rešuje le del problema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Ločene aplikacije za trening ali prehrano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AthletiQ povezuje celoto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Fokus namesto kompleksnosti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Pozicioniranje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Resni rekreativni športniki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Napredek brez osebnega trenerja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Train smarter. Recover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Organska rast: Instagram, TikTok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Plačano: Meta, Google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Rast preko rezultatov uporabnikov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Produkt &amp;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Personalizirani treningi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Osnovna prehrana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Regeneracijska priporočila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Apple Health, Garmin integracija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MVP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Testiranje z uporabniki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Razširitev funkcionalnosti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Premium naročnina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Vizija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Digitalni trener, ki se uči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Elitni trening za vsakogar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Vsak šport. Vsaka raven.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