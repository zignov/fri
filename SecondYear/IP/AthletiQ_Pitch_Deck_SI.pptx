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8400">
                <a:solidFill>
                  <a:srgbClr val="00F0FF"/>
                </a:solidFill>
              </a:defRPr>
            </a:pPr>
            <a:r>
              <a:t>ATHLETIQ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AI več-športni trener</a:t>
            </a:r>
          </a:p>
          <a:p>
            <a:r>
              <a:t>Trening • Prehrana • Regeneracija</a:t>
            </a:r>
          </a:p>
          <a:p>
            <a:r>
              <a:t>Personalizirano z umetno inteligenco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200">
                <a:solidFill>
                  <a:srgbClr val="00F0FF"/>
                </a:solidFill>
                <a:latin typeface="Arial Black"/>
              </a:defRPr>
            </a:pPr>
            <a:r>
              <a:t>OSNOVNI KONCEPT 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En trener. Vsak šport.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AI ustvarja trening, prehrano in regeneracijo.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Podpira glavne in nišne športe.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Povezava z Apple Health, Garmin, Google 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200">
                <a:solidFill>
                  <a:srgbClr val="00F0FF"/>
                </a:solidFill>
                <a:latin typeface="Arial Black"/>
              </a:defRPr>
            </a:pPr>
            <a:r>
              <a:t>GENERATIVNI AI MOTOR ⚙️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Treningi niso ročno napisani.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AI uporablja športno znanost in podatke.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Novi športi dodani v sekundah.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Pametno uravnava več športov hkrati.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200">
                <a:solidFill>
                  <a:srgbClr val="00F0FF"/>
                </a:solidFill>
                <a:latin typeface="Arial Black"/>
              </a:defRPr>
            </a:pPr>
            <a:r>
              <a:t>CELOTEN EKOSISTEM 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🏋️ Adaptivni treningi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🥗 Prehranski in makro načrti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📷 Prepoznavanje hrane (Premium)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💬 Pogovorni AI trener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200">
                <a:solidFill>
                  <a:srgbClr val="00F0FF"/>
                </a:solidFill>
                <a:latin typeface="Arial Black"/>
              </a:defRPr>
            </a:pPr>
            <a:r>
              <a:t>NAVDIHNJENI IZZIVI 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Treningi po vzoru vrhunskih športnikov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🏀 Curry zadane 10 trojk → izziv metov in kondicije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⚽ Haaland hat-trick → sprint + zaključevanje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🎾 Nadal 5-setni dvoboj → vzdržljivost in rotacija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🥊 UFC borec → eksplozivnost in moč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200">
                <a:solidFill>
                  <a:srgbClr val="00F0FF"/>
                </a:solidFill>
                <a:latin typeface="Arial Black"/>
              </a:defRPr>
            </a:pPr>
            <a:r>
              <a:t>POSLOVNI MODEL 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Brezplačno (oglasi)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Vnaprej pripravljeni AI treningi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Osnovni prehranski načrti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Premium – 20 €/mesec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Popolna personalizacija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AI analiza obrokov iz slike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200">
                <a:solidFill>
                  <a:srgbClr val="00F0FF"/>
                </a:solidFill>
                <a:latin typeface="Arial Black"/>
              </a:defRPr>
            </a:pPr>
            <a:r>
              <a:t>KONKURENČNA PREDNOST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Neskončna razširljivost športov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Ni potrebe po ročnem načrtovanju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Podpora nišnim športom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Vsak uporabnik izboljša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200">
                <a:solidFill>
                  <a:srgbClr val="00F0FF"/>
                </a:solidFill>
                <a:latin typeface="Arial Black"/>
              </a:defRPr>
            </a:pPr>
            <a:r>
              <a:t>RAZVOJNI NAČRT 🛣️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0–6 mesecev: MVP + 15 športov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6–12 mesecev: 50+ športov + Premium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12–18 mesecev: 100+ športov + ekipe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200">
                <a:solidFill>
                  <a:srgbClr val="00F0FF"/>
                </a:solidFill>
                <a:latin typeface="Arial Black"/>
              </a:defRPr>
            </a:pPr>
            <a:r>
              <a:t>VIZIJA 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Elitni trening za vsakogar.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Vsak šport. Vsaka raven.</a:t>
            </a:r>
          </a:p>
          <a:p>
            <a:pPr>
              <a:spcAft>
                <a:spcPts val="1000"/>
              </a:spcAft>
              <a:defRPr sz="1800">
                <a:solidFill>
                  <a:srgbClr val="B4B4B4"/>
                </a:solidFill>
              </a:defRPr>
            </a:pPr>
            <a:r>
              <a:t>Prihodnost: AR/VR trener, B2B, ekipe.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